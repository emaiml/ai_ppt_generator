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Gen AI</a:t>
            </a:r>
          </a:p>
          <a:p>
            <a:r>
              <a:t>What is Gen AI?</a:t>
            </a:r>
          </a:p>
          <a:p>
            <a:r>
              <a:t>Applications of Gen AI</a:t>
            </a:r>
          </a:p>
          <a:p>
            <a:r>
              <a:t>Challenges and Limitations</a:t>
            </a:r>
          </a:p>
          <a:p>
            <a:r>
              <a:t>The Future of Gen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Gen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will provide an overview of generative artificial intelligence (Gen AI) and its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 AI refers to a class of AI models that can generate new content, such as text, images, or audio, based on input data or prompts.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Gen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 AI can be used for a variety of applications, including content creation, language modeling, image generation, and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Gen AI offers many benefits, it also comes with challenges, such as bias, safety, and ethical concerns.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Gen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Gen AI technology continues to evolve, it will likely have a significant impact on various industries and sectors.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Info: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